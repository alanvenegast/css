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831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341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543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3895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42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12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415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2485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429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1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78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3/19/2022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65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5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http://sitn.hms.harvard.edu/flash/2018/vaccines-worlds-deadly-infectious-diseases-unlikely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pediatriabasadaenpruebas.com/2019/01/las-10-prioridades-de-la-oms-2019-en.html" TargetMode="External"/><Relationship Id="rId5" Type="http://schemas.openxmlformats.org/officeDocument/2006/relationships/image" Target="../media/image3.jp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C2997EE-0889-44C3-AC0D-18F26AC9A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 descr="Un barco en el mar&#10;&#10;Descripción generada automáticamente con confianza baja">
            <a:extLst>
              <a:ext uri="{FF2B5EF4-FFF2-40B4-BE49-F238E27FC236}">
                <a16:creationId xmlns:a16="http://schemas.microsoft.com/office/drawing/2014/main" id="{938FC027-DC34-478C-8A00-93BC1480D5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662" r="4381" b="2"/>
          <a:stretch/>
        </p:blipFill>
        <p:spPr>
          <a:xfrm>
            <a:off x="5622211" y="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4" name="Picture 3" descr="Textura de hormigón simple">
            <a:extLst>
              <a:ext uri="{FF2B5EF4-FFF2-40B4-BE49-F238E27FC236}">
                <a16:creationId xmlns:a16="http://schemas.microsoft.com/office/drawing/2014/main" id="{C0F0C299-D3BC-F0A8-9646-38DC3EFA75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386" b="27063"/>
          <a:stretch/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6" name="Imagen 5" descr="Imagen que contiene Texto&#10;&#10;Descripción generada automáticamente">
            <a:extLst>
              <a:ext uri="{FF2B5EF4-FFF2-40B4-BE49-F238E27FC236}">
                <a16:creationId xmlns:a16="http://schemas.microsoft.com/office/drawing/2014/main" id="{96937AD2-D307-4623-8655-641F94287A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38459"/>
          <a:stretch/>
        </p:blipFill>
        <p:spPr>
          <a:xfrm>
            <a:off x="20" y="10"/>
            <a:ext cx="7503091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22" name="Imagen 21" descr="Un barco en el mar&#10;&#10;Descripción generada automáticamente con confianza baja">
            <a:extLst>
              <a:ext uri="{FF2B5EF4-FFF2-40B4-BE49-F238E27FC236}">
                <a16:creationId xmlns:a16="http://schemas.microsoft.com/office/drawing/2014/main" id="{22EAB6A7-943A-4C7F-ADBD-81E07B7173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662" r="4381" b="2"/>
          <a:stretch/>
        </p:blipFill>
        <p:spPr>
          <a:xfrm>
            <a:off x="5622189" y="0"/>
            <a:ext cx="6569769" cy="3750724"/>
          </a:xfrm>
          <a:custGeom>
            <a:avLst/>
            <a:gdLst/>
            <a:ahLst/>
            <a:cxnLst/>
            <a:rect l="l" t="t" r="r" b="b"/>
            <a:pathLst>
              <a:path w="6569769" h="3750734">
                <a:moveTo>
                  <a:pt x="1738471" y="0"/>
                </a:moveTo>
                <a:lnTo>
                  <a:pt x="6569769" y="0"/>
                </a:lnTo>
                <a:lnTo>
                  <a:pt x="6569769" y="3750734"/>
                </a:lnTo>
                <a:lnTo>
                  <a:pt x="0" y="3750734"/>
                </a:lnTo>
                <a:close/>
              </a:path>
            </a:pathLst>
          </a:custGeom>
        </p:spPr>
      </p:pic>
      <p:pic>
        <p:nvPicPr>
          <p:cNvPr id="23" name="Picture 3" descr="Textura de hormigón simple">
            <a:extLst>
              <a:ext uri="{FF2B5EF4-FFF2-40B4-BE49-F238E27FC236}">
                <a16:creationId xmlns:a16="http://schemas.microsoft.com/office/drawing/2014/main" id="{052AF78D-FD5A-465E-85B1-817F165426A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7386" b="27063"/>
          <a:stretch/>
        </p:blipFill>
        <p:spPr>
          <a:xfrm>
            <a:off x="4182011" y="3887894"/>
            <a:ext cx="8009991" cy="2970106"/>
          </a:xfrm>
          <a:custGeom>
            <a:avLst/>
            <a:gdLst/>
            <a:ahLst/>
            <a:cxnLst/>
            <a:rect l="l" t="t" r="r" b="b"/>
            <a:pathLst>
              <a:path w="8009991" h="2970106">
                <a:moveTo>
                  <a:pt x="1376648" y="0"/>
                </a:moveTo>
                <a:lnTo>
                  <a:pt x="8009991" y="0"/>
                </a:lnTo>
                <a:lnTo>
                  <a:pt x="8009991" y="2970106"/>
                </a:lnTo>
                <a:lnTo>
                  <a:pt x="0" y="2970106"/>
                </a:lnTo>
                <a:close/>
              </a:path>
            </a:pathLst>
          </a:custGeom>
        </p:spPr>
      </p:pic>
      <p:pic>
        <p:nvPicPr>
          <p:cNvPr id="25" name="Imagen 24" descr="Imagen que contiene Texto&#10;&#10;Descripción generada automáticamente">
            <a:extLst>
              <a:ext uri="{FF2B5EF4-FFF2-40B4-BE49-F238E27FC236}">
                <a16:creationId xmlns:a16="http://schemas.microsoft.com/office/drawing/2014/main" id="{1F407DBA-1FE7-4144-9803-65115CBB5C7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38459"/>
          <a:stretch/>
        </p:blipFill>
        <p:spPr>
          <a:xfrm>
            <a:off x="21" y="10"/>
            <a:ext cx="7503091" cy="6857990"/>
          </a:xfrm>
          <a:custGeom>
            <a:avLst/>
            <a:gdLst/>
            <a:ahLst/>
            <a:cxnLst/>
            <a:rect l="l" t="t" r="r" b="b"/>
            <a:pathLst>
              <a:path w="7503111" h="6858000">
                <a:moveTo>
                  <a:pt x="0" y="0"/>
                </a:moveTo>
                <a:lnTo>
                  <a:pt x="677334" y="0"/>
                </a:lnTo>
                <a:lnTo>
                  <a:pt x="1168036" y="0"/>
                </a:lnTo>
                <a:lnTo>
                  <a:pt x="1205499" y="0"/>
                </a:lnTo>
                <a:lnTo>
                  <a:pt x="1647632" y="0"/>
                </a:lnTo>
                <a:lnTo>
                  <a:pt x="7215401" y="0"/>
                </a:lnTo>
                <a:lnTo>
                  <a:pt x="4041567" y="6852993"/>
                </a:lnTo>
                <a:lnTo>
                  <a:pt x="7503111" y="6852993"/>
                </a:lnTo>
                <a:lnTo>
                  <a:pt x="7503111" y="6852994"/>
                </a:lnTo>
                <a:lnTo>
                  <a:pt x="1647632" y="6852994"/>
                </a:lnTo>
                <a:lnTo>
                  <a:pt x="16476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1066A61F-0065-463E-8FAC-AB46817CB1A0}"/>
              </a:ext>
            </a:extLst>
          </p:cNvPr>
          <p:cNvSpPr/>
          <p:nvPr/>
        </p:nvSpPr>
        <p:spPr>
          <a:xfrm>
            <a:off x="1068771" y="0"/>
            <a:ext cx="1033315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¡Vacúnate contra el COVID-19!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AD0779B-2CAB-4C09-95CA-132598B93170}"/>
              </a:ext>
            </a:extLst>
          </p:cNvPr>
          <p:cNvSpPr/>
          <p:nvPr/>
        </p:nvSpPr>
        <p:spPr>
          <a:xfrm>
            <a:off x="7826937" y="5794729"/>
            <a:ext cx="437671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Puedes encontrar mas información </a:t>
            </a:r>
          </a:p>
          <a:p>
            <a:pPr algn="ctr"/>
            <a:r>
              <a:rPr lang="es-E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sobre las vacunas en nuestra pagina </a:t>
            </a:r>
          </a:p>
          <a:p>
            <a:pPr algn="ctr"/>
            <a:r>
              <a:rPr lang="es-ES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de internet.</a:t>
            </a:r>
            <a:endParaRPr lang="es-ES" sz="6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AC61EA7-2550-4139-9695-4D45FA59A7D7}"/>
              </a:ext>
            </a:extLst>
          </p:cNvPr>
          <p:cNvSpPr/>
          <p:nvPr/>
        </p:nvSpPr>
        <p:spPr>
          <a:xfrm>
            <a:off x="288923" y="1256449"/>
            <a:ext cx="533325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La vacuna es segura y voluntaria, </a:t>
            </a:r>
          </a:p>
          <a:p>
            <a:pPr algn="ctr"/>
            <a:r>
              <a:rPr lang="es-E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por lo que, se encuentra al alcance </a:t>
            </a:r>
          </a:p>
          <a:p>
            <a:pPr algn="ctr"/>
            <a:r>
              <a:rPr lang="es-E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de tus manos.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8B49D4F-BD87-4C85-B09C-41082EBBB6C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904"/>
          <a:stretch/>
        </p:blipFill>
        <p:spPr>
          <a:xfrm>
            <a:off x="390634" y="2448819"/>
            <a:ext cx="4350042" cy="2208708"/>
          </a:xfrm>
          <a:prstGeom prst="rect">
            <a:avLst/>
          </a:prstGeom>
        </p:spPr>
      </p:pic>
      <p:sp>
        <p:nvSpPr>
          <p:cNvPr id="30" name="Rectángulo 29">
            <a:extLst>
              <a:ext uri="{FF2B5EF4-FFF2-40B4-BE49-F238E27FC236}">
                <a16:creationId xmlns:a16="http://schemas.microsoft.com/office/drawing/2014/main" id="{E9412EA4-7BF2-4AEF-B95C-3D00234A184E}"/>
              </a:ext>
            </a:extLst>
          </p:cNvPr>
          <p:cNvSpPr/>
          <p:nvPr/>
        </p:nvSpPr>
        <p:spPr>
          <a:xfrm>
            <a:off x="5966427" y="3803287"/>
            <a:ext cx="6237221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Vacunarse contra el COVID-19 es muy </a:t>
            </a:r>
          </a:p>
          <a:p>
            <a:pPr algn="ctr"/>
            <a:r>
              <a:rPr lang="es-E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Importante ya que estarás menos </a:t>
            </a:r>
          </a:p>
          <a:p>
            <a:pPr algn="ctr"/>
            <a:r>
              <a:rPr lang="es-E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expuesto a esta enfermedad. Todos los </a:t>
            </a:r>
          </a:p>
          <a:p>
            <a:pPr algn="ctr"/>
            <a:r>
              <a:rPr lang="es-ES" sz="2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importante de tu familia lo pueden hacer.</a:t>
            </a:r>
          </a:p>
        </p:txBody>
      </p:sp>
      <p:pic>
        <p:nvPicPr>
          <p:cNvPr id="1026" name="Picture 2" descr="Mi familia - Mundo Primaria">
            <a:extLst>
              <a:ext uri="{FF2B5EF4-FFF2-40B4-BE49-F238E27FC236}">
                <a16:creationId xmlns:a16="http://schemas.microsoft.com/office/drawing/2014/main" id="{F5238787-5D1E-4141-8795-745F341618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0" r="17793"/>
          <a:stretch/>
        </p:blipFill>
        <p:spPr bwMode="auto">
          <a:xfrm>
            <a:off x="7503111" y="1019305"/>
            <a:ext cx="3586579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ángulo 31">
            <a:extLst>
              <a:ext uri="{FF2B5EF4-FFF2-40B4-BE49-F238E27FC236}">
                <a16:creationId xmlns:a16="http://schemas.microsoft.com/office/drawing/2014/main" id="{5EF34C80-3C22-4592-8BE5-84A5561BB8BD}"/>
              </a:ext>
            </a:extLst>
          </p:cNvPr>
          <p:cNvSpPr/>
          <p:nvPr/>
        </p:nvSpPr>
        <p:spPr>
          <a:xfrm>
            <a:off x="-158608" y="5922868"/>
            <a:ext cx="39101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Algunas recomendaciones que</a:t>
            </a:r>
          </a:p>
          <a:p>
            <a:pPr algn="ctr"/>
            <a:r>
              <a:rPr lang="es-E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 tenemos para ti. Visita nuestra </a:t>
            </a:r>
          </a:p>
          <a:p>
            <a:pPr algn="ctr"/>
            <a:r>
              <a:rPr lang="es-ES" b="1" spc="50" dirty="0">
                <a:ln w="0"/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pagina.</a:t>
            </a:r>
            <a:endParaRPr lang="es-ES" sz="6600" b="1" cap="none" spc="50" dirty="0">
              <a:ln w="0"/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6481544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Univer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76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Gill Sans Nova</vt:lpstr>
      <vt:lpstr>GradientVTI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Alan Giovanni Venegas Turrubiartes</dc:creator>
  <cp:lastModifiedBy>Alan Giovanni Venegas Turrubiartes</cp:lastModifiedBy>
  <cp:revision>1</cp:revision>
  <dcterms:created xsi:type="dcterms:W3CDTF">2022-03-19T07:52:39Z</dcterms:created>
  <dcterms:modified xsi:type="dcterms:W3CDTF">2022-03-19T08:52:28Z</dcterms:modified>
</cp:coreProperties>
</file>